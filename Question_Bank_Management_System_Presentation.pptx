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747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8465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8434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2562D4-D383-4177-95F1-F65B47D1CEF7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888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460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88643-CA1F-4663-8C06-BD5ECF50899D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35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73E6FC-8E19-48D4-B829-246931AD4AF3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335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20AF2805-09FE-4E19-BD3D-273F9C4FB4DD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905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419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61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33F4C8-FF6A-458A-9544-1F0DF90A3B6B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498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675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257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703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539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D491FD6-320B-4F77-8F99-6D2F5BCDF640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88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07024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EEA351-3479-4085-8F9E-571D48233D05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9644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2692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3014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72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0380565A-AEC2-4981-9BC9-2BD45633EEB3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6254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4891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0543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6C42483-B3E3-4399-B6B2-4B1D067F8CE5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1202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65958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26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38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32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DA2CEDE-2AB4-4FB8-9551-E0AA4222B1A3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51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  <p:sldLayoutId id="2147483914" r:id="rId13"/>
    <p:sldLayoutId id="2147483915" r:id="rId14"/>
    <p:sldLayoutId id="2147483916" r:id="rId15"/>
    <p:sldLayoutId id="2147483917" r:id="rId16"/>
    <p:sldLayoutId id="2147483918" r:id="rId17"/>
    <p:sldLayoutId id="2147483919" r:id="rId18"/>
    <p:sldLayoutId id="2147483920" r:id="rId19"/>
    <p:sldLayoutId id="2147483921" r:id="rId20"/>
    <p:sldLayoutId id="2147483922" r:id="rId21"/>
    <p:sldLayoutId id="2147483923" r:id="rId22"/>
    <p:sldLayoutId id="2147483924" r:id="rId23"/>
    <p:sldLayoutId id="2147483925" r:id="rId24"/>
    <p:sldLayoutId id="2147483926" r:id="rId25"/>
    <p:sldLayoutId id="2147483927" r:id="rId26"/>
    <p:sldLayoutId id="2147483928" r:id="rId27"/>
    <p:sldLayoutId id="2147483929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6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MINI PROJECT REVIEW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123444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Bank Management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Using Advanced String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Algorithms</a:t>
            </a:r>
            <a:endParaRPr lang="en-US" sz="3400" dirty="0"/>
          </a:p>
        </p:txBody>
      </p:sp>
      <p:sp>
        <p:nvSpPr>
          <p:cNvPr id="12" name="Shape 8"/>
          <p:cNvSpPr/>
          <p:nvPr/>
        </p:nvSpPr>
        <p:spPr>
          <a:xfrm>
            <a:off x="658368" y="3703320"/>
            <a:ext cx="2011680" cy="0"/>
          </a:xfrm>
          <a:prstGeom prst="line">
            <a:avLst/>
          </a:prstGeom>
          <a:noFill/>
          <a:ln w="31750">
            <a:solidFill>
              <a:srgbClr val="2E6FD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0080" y="4270248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SURISETTI PREM SAI  –  2520030561
MOHIT VENKAT SAI  –  2520030106
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55321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0080" y="5806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474720" y="5532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74720" y="5806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852160" y="5532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852160" y="5806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[2025 – 2029]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461482" cy="465131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6309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manage thousands of questions spanning multiple subjects and semesters, and manual searching through these large repositories is slow, inconsistent, and error-prone. This project presents a console-based Question Bank Management System that applies advanced string matching algorithms to search, organize, and retrieve questions quickly and accurately. By combining exact-match techniques with approximate matching, the system delivers reliable results even when queries are imprecise.</a:t>
            </a:r>
            <a:endParaRPr lang="en-US" sz="1400" dirty="0"/>
          </a:p>
          <a:p>
            <a:pPr marL="0" indent="0" algn="l">
              <a:lnSpc>
                <a:spcPct val="135000"/>
              </a:lnSpc>
              <a:buNone/>
            </a:pPr>
            <a:endParaRPr lang="en-US" sz="14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offers keyword search, intelligent filtering by subject, unit, and difficulty, automatic duplicate question detection, and fuzzy search suggestions for near-matching queries, all through a simple menu-driven console interface. Together, these capabilities significantly reduce the time faculty and students spend locating relevant questions, while keeping the question bank clean, organized, and easy to maintain.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75320" y="19659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326880" y="20756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0" y="31272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0" y="41788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2E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PROBLEMS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5488" cy="47548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5" name="Image 0" descr="/home/claude/qbms/icons/p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1805757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664208"/>
            <a:ext cx="5532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searching is time-consuming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07008" y="1938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relevant questions by hand across large banks wastes valuable faculty time.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475488" cy="47548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9" name="Image 1" descr="/home/claude/qbms/icons/p_d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2647005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505456"/>
            <a:ext cx="5532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questions are difficult to identify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07008" y="277977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questions accumulate unnoticed, reducing question bank quality.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374136"/>
            <a:ext cx="475488" cy="47548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3" name="Image 2" descr="/home/claude/qbms/icons/p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7" y="3488253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346704"/>
            <a:ext cx="5532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keyword search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07008" y="362102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offer limited or unreliable text-matching capability.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4215384"/>
            <a:ext cx="475488" cy="47548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7" name="Image 3" descr="/home/claude/qbms/icons/p_lar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57" y="4329501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4187952"/>
            <a:ext cx="5532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question banks are hard to manage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07008" y="446227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entries across subjects and semesters overwhelm manual upkeep.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5056632"/>
            <a:ext cx="475488" cy="475488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1" name="Image 4" descr="/home/claude/qbms/icons/p_int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757" y="5170749"/>
            <a:ext cx="247254" cy="24725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5029200"/>
            <a:ext cx="5532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intelligent search mechanisms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07008" y="530352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fuzzy matching or smart filtering to handle imprecise queries.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482840" y="1312164"/>
            <a:ext cx="4160520" cy="5074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19"/>
          <p:cNvSpPr/>
          <p:nvPr/>
        </p:nvSpPr>
        <p:spPr>
          <a:xfrm>
            <a:off x="7818120" y="1870415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7818120" y="230886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console-based Question Bank Management System powered by advanced string matching algorithms that enables fast searching, automatic duplicate detection, and efficient management of academic question banks.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7818120" y="4754880"/>
            <a:ext cx="3429000" cy="0"/>
          </a:xfrm>
          <a:prstGeom prst="line">
            <a:avLst/>
          </a:prstGeom>
          <a:noFill/>
          <a:ln w="12700">
            <a:solidFill>
              <a:srgbClr val="2E6FDB">
                <a:alpha val="6000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818120" y="49377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 ·  Rabin-Karp  ·  Levenshtein Distance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and features of the console application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5963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qbms/icons/f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7785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17320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63392" y="1417320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9" name="Shape 6"/>
          <p:cNvSpPr/>
          <p:nvPr/>
        </p:nvSpPr>
        <p:spPr>
          <a:xfrm>
            <a:off x="3527984" y="165963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qbms/icons/f_facul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856" y="17785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94912" y="1417320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Login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78144" y="1417320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3" name="Shape 9"/>
          <p:cNvSpPr/>
          <p:nvPr/>
        </p:nvSpPr>
        <p:spPr>
          <a:xfrm>
            <a:off x="6342736" y="165963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qbms/icons/f_stud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608" y="177850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9664" y="1417320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992895" y="1417320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Shape 12"/>
          <p:cNvSpPr/>
          <p:nvPr/>
        </p:nvSpPr>
        <p:spPr>
          <a:xfrm>
            <a:off x="9157487" y="165963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/home/claude/qbms/icons/f_c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6359" y="177850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24415" y="1417320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Questions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2523744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Shape 15"/>
          <p:cNvSpPr/>
          <p:nvPr/>
        </p:nvSpPr>
        <p:spPr>
          <a:xfrm>
            <a:off x="713232" y="27660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/home/claude/qbms/icons/f_subje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2884932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2523744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Search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3363392" y="2523744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5" name="Shape 18"/>
          <p:cNvSpPr/>
          <p:nvPr/>
        </p:nvSpPr>
        <p:spPr>
          <a:xfrm>
            <a:off x="3527984" y="27660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/home/claude/qbms/icons/f_un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6856" y="2884932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094912" y="2523744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Unit-wise Search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178144" y="2523744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9" name="Shape 21"/>
          <p:cNvSpPr/>
          <p:nvPr/>
        </p:nvSpPr>
        <p:spPr>
          <a:xfrm>
            <a:off x="6342736" y="27660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/home/claude/qbms/icons/f_keywo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1608" y="2884932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09664" y="2523744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8992895" y="2523744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3" name="Shape 24"/>
          <p:cNvSpPr/>
          <p:nvPr/>
        </p:nvSpPr>
        <p:spPr>
          <a:xfrm>
            <a:off x="9157487" y="27660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7" descr="/home/claude/qbms/icons/f_difficul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6359" y="2884932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724415" y="2523744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Filter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548640" y="3630168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7" name="Shape 27"/>
          <p:cNvSpPr/>
          <p:nvPr/>
        </p:nvSpPr>
        <p:spPr>
          <a:xfrm>
            <a:off x="713232" y="387248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8" descr="/home/claude/qbms/icons/f_pyq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" y="3991356"/>
            <a:ext cx="237744" cy="23774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80160" y="3630168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 Question Filter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3363392" y="3630168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1" name="Shape 30"/>
          <p:cNvSpPr/>
          <p:nvPr/>
        </p:nvSpPr>
        <p:spPr>
          <a:xfrm>
            <a:off x="3527984" y="387248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9" descr="/home/claude/qbms/icons/f_duplica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46856" y="3991356"/>
            <a:ext cx="237744" cy="23774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094912" y="3630168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Question Detection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6178144" y="3630168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5" name="Shape 33"/>
          <p:cNvSpPr/>
          <p:nvPr/>
        </p:nvSpPr>
        <p:spPr>
          <a:xfrm>
            <a:off x="6342736" y="387248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10" descr="/home/claude/qbms/icons/f_fuzz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1608" y="3991356"/>
            <a:ext cx="237744" cy="237744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909664" y="3630168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Search Suggestions</a:t>
            </a:r>
            <a:endParaRPr lang="en-US" sz="1150" dirty="0"/>
          </a:p>
        </p:txBody>
      </p:sp>
      <p:sp>
        <p:nvSpPr>
          <p:cNvPr id="48" name="Shape 35"/>
          <p:cNvSpPr/>
          <p:nvPr/>
        </p:nvSpPr>
        <p:spPr>
          <a:xfrm>
            <a:off x="8992895" y="3630168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9" name="Shape 36"/>
          <p:cNvSpPr/>
          <p:nvPr/>
        </p:nvSpPr>
        <p:spPr>
          <a:xfrm>
            <a:off x="9157487" y="387248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11" descr="/home/claude/qbms/icons/f_histor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6359" y="3991356"/>
            <a:ext cx="237744" cy="237744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9724415" y="3630168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History</a:t>
            </a:r>
            <a:endParaRPr lang="en-US" sz="1150" dirty="0"/>
          </a:p>
        </p:txBody>
      </p:sp>
      <p:sp>
        <p:nvSpPr>
          <p:cNvPr id="52" name="Shape 38"/>
          <p:cNvSpPr/>
          <p:nvPr/>
        </p:nvSpPr>
        <p:spPr>
          <a:xfrm>
            <a:off x="548640" y="4736592"/>
            <a:ext cx="2650160" cy="9601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3" name="Shape 39"/>
          <p:cNvSpPr/>
          <p:nvPr/>
        </p:nvSpPr>
        <p:spPr>
          <a:xfrm>
            <a:off x="713232" y="49789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12" descr="/home/claude/qbms/icons/f_conso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104" y="5097780"/>
            <a:ext cx="237744" cy="237744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1280160" y="4736592"/>
            <a:ext cx="1781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Console Menu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5F8854-CBC4-7836-372A-E5CF54FE4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199980"/>
            <a:ext cx="7738801" cy="61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60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powering the console-based application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08280" y="1600200"/>
            <a:ext cx="2651760" cy="4297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1404976" y="2057400"/>
            <a:ext cx="658368" cy="658368"/>
          </a:xfrm>
          <a:prstGeom prst="ellipse">
            <a:avLst/>
          </a:prstGeom>
          <a:solidFill>
            <a:srgbClr val="2E6FDB"/>
          </a:solidFill>
          <a:ln/>
        </p:spPr>
      </p:sp>
      <p:pic>
        <p:nvPicPr>
          <p:cNvPr id="6" name="Image 0" descr="/home/claude/qbms/icons/t_langu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68" y="22219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8008" y="292608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1200" y="3429000"/>
            <a:ext cx="1645920" cy="0"/>
          </a:xfrm>
          <a:prstGeom prst="line">
            <a:avLst/>
          </a:prstGeom>
          <a:noFill/>
          <a:ln w="12700">
            <a:solidFill>
              <a:srgbClr val="2E6FDB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5440" y="361188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(Console-based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6072" y="1600200"/>
            <a:ext cx="2651760" cy="4297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Shape 8"/>
          <p:cNvSpPr/>
          <p:nvPr/>
        </p:nvSpPr>
        <p:spPr>
          <a:xfrm>
            <a:off x="4312768" y="2057400"/>
            <a:ext cx="658368" cy="658368"/>
          </a:xfrm>
          <a:prstGeom prst="ellipse">
            <a:avLst/>
          </a:prstGeom>
          <a:solidFill>
            <a:srgbClr val="2E6FDB"/>
          </a:solidFill>
          <a:ln/>
        </p:spPr>
      </p:sp>
      <p:pic>
        <p:nvPicPr>
          <p:cNvPr id="12" name="Image 1" descr="/home/claude/qbms/icons/t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360" y="222199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5800" y="292608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818992" y="3429000"/>
            <a:ext cx="1645920" cy="0"/>
          </a:xfrm>
          <a:prstGeom prst="line">
            <a:avLst/>
          </a:prstGeom>
          <a:noFill/>
          <a:ln w="12700">
            <a:solidFill>
              <a:srgbClr val="2E6FDB">
                <a:alpha val="7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53232" y="361188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endParaRPr lang="en-US" sz="1150" dirty="0">
              <a:solidFill>
                <a:srgbClr val="E8F0F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23864" y="1600200"/>
            <a:ext cx="2651760" cy="4297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Shape 13"/>
          <p:cNvSpPr/>
          <p:nvPr/>
        </p:nvSpPr>
        <p:spPr>
          <a:xfrm>
            <a:off x="7220560" y="2057400"/>
            <a:ext cx="658368" cy="658368"/>
          </a:xfrm>
          <a:prstGeom prst="ellipse">
            <a:avLst/>
          </a:prstGeom>
          <a:solidFill>
            <a:srgbClr val="2E6FDB"/>
          </a:solidFill>
          <a:ln/>
        </p:spPr>
      </p:sp>
      <p:pic>
        <p:nvPicPr>
          <p:cNvPr id="18" name="Image 2" descr="/home/claude/qbms/icons/t_al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5152" y="222199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3592" y="292608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726784" y="3429000"/>
            <a:ext cx="1645920" cy="0"/>
          </a:xfrm>
          <a:prstGeom prst="line">
            <a:avLst/>
          </a:prstGeom>
          <a:noFill/>
          <a:ln w="12700">
            <a:solidFill>
              <a:srgbClr val="2E6FDB">
                <a:alpha val="7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61024" y="361188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Knuth-Morris-Pratt (KMP)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Edit Distance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31656" y="1600200"/>
            <a:ext cx="2651760" cy="4297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Shape 18"/>
          <p:cNvSpPr/>
          <p:nvPr/>
        </p:nvSpPr>
        <p:spPr>
          <a:xfrm>
            <a:off x="10128352" y="2057400"/>
            <a:ext cx="658368" cy="658368"/>
          </a:xfrm>
          <a:prstGeom prst="ellipse">
            <a:avLst/>
          </a:prstGeom>
          <a:solidFill>
            <a:srgbClr val="2E6FDB"/>
          </a:solidFill>
          <a:ln/>
        </p:spPr>
      </p:sp>
      <p:pic>
        <p:nvPicPr>
          <p:cNvPr id="24" name="Image 3" descr="/home/claude/qbms/icons/t_devtoo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2944" y="222199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41384" y="292608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634576" y="3429000"/>
            <a:ext cx="1645920" cy="0"/>
          </a:xfrm>
          <a:prstGeom prst="line">
            <a:avLst/>
          </a:prstGeom>
          <a:noFill/>
          <a:ln w="12700">
            <a:solidFill>
              <a:srgbClr val="2E6FDB">
                <a:alpha val="70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268816" y="361188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impact of the Question Bank Management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051560"/>
          </a:xfrm>
          <a:prstGeom prst="rect">
            <a:avLst/>
          </a:prstGeom>
          <a:solidFill>
            <a:srgbClr val="24466F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34540"/>
            <a:ext cx="548640" cy="548640"/>
          </a:xfrm>
          <a:prstGeom prst="ellipse">
            <a:avLst/>
          </a:prstGeom>
          <a:solidFill>
            <a:srgbClr val="2E6FDB"/>
          </a:solidFill>
          <a:ln/>
        </p:spPr>
      </p:sp>
      <p:pic>
        <p:nvPicPr>
          <p:cNvPr id="6" name="Image 0" descr="/home/claude/qbms/icons/o_f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1717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efficient question searching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349240" cy="1051560"/>
          </a:xfrm>
          <a:prstGeom prst="rect">
            <a:avLst/>
          </a:prstGeom>
          <a:solidFill>
            <a:srgbClr val="24466F"/>
          </a:solidFill>
          <a:ln/>
        </p:spPr>
      </p:sp>
      <p:sp>
        <p:nvSpPr>
          <p:cNvPr id="9" name="Shape 6"/>
          <p:cNvSpPr/>
          <p:nvPr/>
        </p:nvSpPr>
        <p:spPr>
          <a:xfrm>
            <a:off x="6419088" y="2034540"/>
            <a:ext cx="548640" cy="548640"/>
          </a:xfrm>
          <a:prstGeom prst="ellipse">
            <a:avLst/>
          </a:prstGeom>
          <a:solidFill>
            <a:srgbClr val="2E6FDB"/>
          </a:solidFill>
          <a:ln/>
        </p:spPr>
      </p:sp>
      <p:pic>
        <p:nvPicPr>
          <p:cNvPr id="10" name="Image 1" descr="/home/claude/qbms/icons/o_d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1717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78308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duplicate questions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5349240" cy="1051560"/>
          </a:xfrm>
          <a:prstGeom prst="rect">
            <a:avLst/>
          </a:prstGeom>
          <a:solidFill>
            <a:srgbClr val="24466F"/>
          </a:solidFill>
          <a:ln/>
        </p:spPr>
      </p:sp>
      <p:sp>
        <p:nvSpPr>
          <p:cNvPr id="13" name="Shape 9"/>
          <p:cNvSpPr/>
          <p:nvPr/>
        </p:nvSpPr>
        <p:spPr>
          <a:xfrm>
            <a:off x="749808" y="3268980"/>
            <a:ext cx="548640" cy="548640"/>
          </a:xfrm>
          <a:prstGeom prst="ellipse">
            <a:avLst/>
          </a:prstGeom>
          <a:solidFill>
            <a:srgbClr val="2E6FDB"/>
          </a:solidFill>
          <a:ln/>
        </p:spPr>
      </p:sp>
      <p:pic>
        <p:nvPicPr>
          <p:cNvPr id="14" name="Image 2" descr="/home/claude/qbms/icons/o_fuzz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4061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01752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fuzzy search suggestions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17920" y="3017520"/>
            <a:ext cx="5349240" cy="1051560"/>
          </a:xfrm>
          <a:prstGeom prst="rect">
            <a:avLst/>
          </a:prstGeom>
          <a:solidFill>
            <a:srgbClr val="24466F"/>
          </a:solidFill>
          <a:ln/>
        </p:spPr>
      </p:sp>
      <p:sp>
        <p:nvSpPr>
          <p:cNvPr id="17" name="Shape 12"/>
          <p:cNvSpPr/>
          <p:nvPr/>
        </p:nvSpPr>
        <p:spPr>
          <a:xfrm>
            <a:off x="6419088" y="3268980"/>
            <a:ext cx="548640" cy="548640"/>
          </a:xfrm>
          <a:prstGeom prst="ellipse">
            <a:avLst/>
          </a:prstGeom>
          <a:solidFill>
            <a:srgbClr val="2E6FDB"/>
          </a:solidFill>
          <a:ln/>
        </p:spPr>
      </p:sp>
      <p:pic>
        <p:nvPicPr>
          <p:cNvPr id="18" name="Image 3" descr="/home/claude/qbms/icons/o_re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4061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301752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digital repository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4251960"/>
            <a:ext cx="5349240" cy="1051560"/>
          </a:xfrm>
          <a:prstGeom prst="rect">
            <a:avLst/>
          </a:prstGeom>
          <a:solidFill>
            <a:srgbClr val="24466F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4503420"/>
            <a:ext cx="548640" cy="548640"/>
          </a:xfrm>
          <a:prstGeom prst="ellipse">
            <a:avLst/>
          </a:prstGeom>
          <a:solidFill>
            <a:srgbClr val="2E6FDB"/>
          </a:solidFill>
          <a:ln/>
        </p:spPr>
      </p:sp>
      <p:pic>
        <p:nvPicPr>
          <p:cNvPr id="22" name="Image 4" descr="/home/claude/qbms/icons/o_facul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64058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425196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productivity for faculty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217920" y="4251960"/>
            <a:ext cx="5349240" cy="1051560"/>
          </a:xfrm>
          <a:prstGeom prst="rect">
            <a:avLst/>
          </a:prstGeom>
          <a:solidFill>
            <a:srgbClr val="24466F"/>
          </a:solidFill>
          <a:ln/>
        </p:spPr>
      </p:sp>
      <p:sp>
        <p:nvSpPr>
          <p:cNvPr id="25" name="Shape 18"/>
          <p:cNvSpPr/>
          <p:nvPr/>
        </p:nvSpPr>
        <p:spPr>
          <a:xfrm>
            <a:off x="6419088" y="4503420"/>
            <a:ext cx="548640" cy="548640"/>
          </a:xfrm>
          <a:prstGeom prst="ellipse">
            <a:avLst/>
          </a:prstGeom>
          <a:solidFill>
            <a:srgbClr val="2E6FDB"/>
          </a:solidFill>
          <a:ln/>
        </p:spPr>
      </p:sp>
      <p:pic>
        <p:nvPicPr>
          <p:cNvPr id="26" name="Image 5" descr="/home/claude/qbms/icons/o_learn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464058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32320" y="425196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learning experience for students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548640" y="5486400"/>
            <a:ext cx="5349240" cy="1051560"/>
          </a:xfrm>
          <a:prstGeom prst="rect">
            <a:avLst/>
          </a:prstGeom>
          <a:solidFill>
            <a:srgbClr val="24466F"/>
          </a:solidFill>
          <a:ln/>
        </p:spPr>
      </p:sp>
      <p:sp>
        <p:nvSpPr>
          <p:cNvPr id="29" name="Shape 21"/>
          <p:cNvSpPr/>
          <p:nvPr/>
        </p:nvSpPr>
        <p:spPr>
          <a:xfrm>
            <a:off x="749808" y="5737860"/>
            <a:ext cx="548640" cy="548640"/>
          </a:xfrm>
          <a:prstGeom prst="ellipse">
            <a:avLst/>
          </a:prstGeom>
          <a:solidFill>
            <a:srgbClr val="2E6FDB"/>
          </a:solidFill>
          <a:ln/>
        </p:spPr>
      </p:sp>
      <p:pic>
        <p:nvPicPr>
          <p:cNvPr id="30" name="Image 6" descr="/home/claude/qbms/icons/o_maint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" y="587502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63040" y="548640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maintenance and scalability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32</TotalTime>
  <Words>434</Words>
  <Application>Microsoft Office PowerPoint</Application>
  <PresentationFormat>Widescreen</PresentationFormat>
  <Paragraphs>80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Modulo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Prem Sai Surisetty</cp:lastModifiedBy>
  <cp:revision>3</cp:revision>
  <dcterms:created xsi:type="dcterms:W3CDTF">2026-08-05T13:10:17Z</dcterms:created>
  <dcterms:modified xsi:type="dcterms:W3CDTF">2026-08-06T06:59:59Z</dcterms:modified>
</cp:coreProperties>
</file>