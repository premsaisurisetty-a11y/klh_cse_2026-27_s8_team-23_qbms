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9" r:id="rId10"/>
    <p:sldId id="270" r:id="rId11"/>
    <p:sldId id="266" r:id="rId12"/>
    <p:sldId id="260" r:id="rId13"/>
    <p:sldId id="262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 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Question Bank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S. Prem Sai (2520030561)</a:t>
            </a:r>
          </a:p>
          <a:p>
            <a:r>
              <a:rPr lang="en-US" dirty="0">
                <a:solidFill>
                  <a:srgbClr val="0070C0"/>
                </a:solidFill>
              </a:rPr>
              <a:t>D. Mohit Venkat Sai (2520030106)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V. Sireesha, Professor, Department of CSE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Literature Survey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Problem Statement and Objectives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Flow Chart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Implementation Progress (Results)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Testing Results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Limitations and Fix Plan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Conclusion</a:t>
            </a:r>
          </a:p>
          <a:p>
            <a:pPr marL="457200" indent="-457200" algn="l" rtl="0" eaLnBrk="1" fontAlgn="t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Faculty who set examination papers must find suitable questions quickly, avoid repeating earlier questions, and still find the right question when a keyword is misspelt. The Question Bank Management System (QBMS) stores, searches and checks examination questions using classical string-matching algorithms. It has two clients that share the same algorithms: a Java console application and a browser-based web application. Exact keyword search uses Knuth-Morris-Pratt, Rabin-Karp and Boyer-Moore-Horspool; several keywords are searched in one pass with an Aho-Corasick automaton; and typo-tolerant search, pairwise similarity and duplicate detection use Levenshtein edit distance computed by dynamic programming. This review presents the implemented modules, test results on a corpus of 51 questions in four subjects, and the limitations to be fixed before the final review.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Faculty at educational institutions manage examination question repositories that grow into thousands of entries across subjects, units, and difficulty levels, making manual search slow and error-prone. Repeated questions build up unnoticed when question sets from different years are merged, and a single misspelt keyword makes a plain search fail. The Question Bank Management System applies classical string-matching algorithms to this problem: exact pattern matching for keyword lookup, a multi-pattern automaton to search several keywords at once, and edit-distance dynamic programming for typo-tolerant search and near-duplicate detection, so faculty can search, filter, and assemble question papers more quickly.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Existing question-bank tools rely mostly on exact-match SQL queries (LIKE clauses), which fail on typos, synonyms, or minor keyword variations.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Knuth-Morris-Pratt (KMP), Boyer-Moore and Rabin-Karp (rolling hash) are established algorithms for exact substring matching; Aho-Corasick extends this to many patterns in a single pass over the text.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Levenshtein (edit) distance is a widely used metric for fuzzy/approximate string matching and spell-tolerant search.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Cosine similarity and Jaccard similarity are standard techniques in information retrieval for measuring textual similarity and detecting near-duplicate content.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Hash Maps and balanced Trees are commonly used in existing systems to index records for O(1)/O(log n) retrieval by category, topic, or difficulty.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 algn="l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Statement: Manually searching, filtering, and de-duplicating large question banks is time-consuming and error-prone for faculty preparing exams.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Store questions with subject, unit, difficulty and year, and support add, update, delete and multi-criteria filtering.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Implement exact keyword search with KMP, Rabin-Karp and Boyer-Moore-Horspool, and multi-keyword search with Aho-Corasick.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Implement typo-tolerant fuzzy search using Levenshtein edit distance (dynamic programming).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Detect near-duplicate questions by scoring the similarity of every pair of questions.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Index questions with Hash Maps and sorted Trees for faster look-up by ID, subject and year (planned for the final review).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10" name="Flow Chart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00" y="1450000"/>
            <a:ext cx="8700000" cy="461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Java console client: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11-option menu with add, view, edit and delete; KMP, Rabin-Karp, Aho-Corasick and fuzzy search; question similarity and duplicate detection.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Web client (HTML, CSS, JavaScript):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the same algorithms plus Boyer-Moore-Horspool, step-by-step visualisers (LPS array, rolling hashes, trie, DP matrix), JSON import/export, filters and a unit-wise paper generator.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Data corpus: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51 questions in four JSON files (DSA, OS, DBMS, CN); 74 questions after merging with the built-in sets in the web client.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Similarity: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Levenshtein edit-distance percentage. Word-level (Jaccard / cosine) similarity is not yet implemented.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Repository: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KLH_CSE_2026-27_S8_Team-23_QBMS on GitHub, with commits made by each team member.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Testing 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" name="Stat Card 1"/>
          <p:cNvSpPr/>
          <p:nvPr/>
        </p:nvSpPr>
        <p:spPr>
          <a:xfrm>
            <a:off x="2286000" y="1150000"/>
            <a:ext cx="4422000" cy="24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</p:spPr>
        <p:txBody>
          <a:bodyPr wrap="square" lIns="182880" tIns="137160" rIns="182880" bIns="13716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4400" b="1" dirty="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pPr algn="l">
              <a:lnSpc>
                <a:spcPct val="105000"/>
              </a:lnSpc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</a:rPr>
              <a:t>mismatches in 300,000+ randomised tests against a brute-force reference (KMP, Rabin-Karp, Boyer-Moore-Horspool, Aho-Corasick)</a:t>
            </a:r>
          </a:p>
        </p:txBody>
      </p:sp>
      <p:sp>
        <p:nvSpPr>
          <p:cNvPr id="21" name="Stat Card 2"/>
          <p:cNvSpPr/>
          <p:nvPr/>
        </p:nvSpPr>
        <p:spPr>
          <a:xfrm>
            <a:off x="7008000" y="1150000"/>
            <a:ext cx="4422000" cy="24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</p:spPr>
        <p:txBody>
          <a:bodyPr wrap="square" lIns="182880" tIns="137160" rIns="182880" bIns="13716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4400" b="1" dirty="0">
                <a:solidFill>
                  <a:srgbClr val="C00000"/>
                </a:solidFill>
                <a:latin typeface="Calibri" panose="020F0502020204030204" pitchFamily="34" charset="0"/>
              </a:rPr>
              <a:t>4.4×</a:t>
            </a:r>
          </a:p>
          <a:p>
            <a:pPr algn="l">
              <a:lnSpc>
                <a:spcPct val="105000"/>
              </a:lnSpc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</a:rPr>
              <a:t>faster: one Aho-Corasick pass vs. three KMP passes for 3 keywords on a 102,000-question scaled corpus</a:t>
            </a:r>
          </a:p>
        </p:txBody>
      </p:sp>
      <p:sp>
        <p:nvSpPr>
          <p:cNvPr id="22" name="Stat Card 3"/>
          <p:cNvSpPr/>
          <p:nvPr/>
        </p:nvSpPr>
        <p:spPr>
          <a:xfrm>
            <a:off x="2286000" y="3925000"/>
            <a:ext cx="4422000" cy="24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C00000"/>
            </a:solidFill>
          </a:ln>
        </p:spPr>
        <p:txBody>
          <a:bodyPr wrap="square" lIns="182880" tIns="137160" rIns="182880" bIns="13716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4400" b="1" dirty="0">
                <a:solidFill>
                  <a:srgbClr val="C00000"/>
                </a:solidFill>
                <a:latin typeface="Calibri" panose="020F0502020204030204" pitchFamily="34" charset="0"/>
              </a:rPr>
              <a:t>6 of 7</a:t>
            </a:r>
          </a:p>
          <a:p>
            <a:pPr algn="l">
              <a:lnSpc>
                <a:spcPct val="105000"/>
              </a:lnSpc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</a:rPr>
              <a:t>pairs flagged at a 60% similarity threshold were genuine repeats across question sets</a:t>
            </a:r>
          </a:p>
        </p:txBody>
      </p:sp>
      <p:sp>
        <p:nvSpPr>
          <p:cNvPr id="23" name="Stat Card 4"/>
          <p:cNvSpPr/>
          <p:nvPr/>
        </p:nvSpPr>
        <p:spPr>
          <a:xfrm>
            <a:off x="7008000" y="3925000"/>
            <a:ext cx="4422000" cy="2475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28575">
            <a:solidFill>
              <a:srgbClr val="C00000"/>
            </a:solidFill>
          </a:ln>
        </p:spPr>
        <p:txBody>
          <a:bodyPr wrap="square" lIns="182880" tIns="137160" rIns="182880" bIns="13716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4400" b="1" dirty="0">
                <a:solidFill>
                  <a:srgbClr val="C00000"/>
                </a:solidFill>
                <a:latin typeface="Calibri" panose="020F0502020204030204" pitchFamily="34" charset="0"/>
              </a:rPr>
              <a:t>35% vs 76%</a:t>
            </a:r>
          </a:p>
          <a:p>
            <a:pPr algn="l">
              <a:lnSpc>
                <a:spcPct val="105000"/>
              </a:lnSpc>
            </a:pPr>
            <a:r>
              <a:rPr lang="en-US" sz="1800" dirty="0">
                <a:solidFill>
                  <a:srgbClr val="222222"/>
                </a:solidFill>
                <a:latin typeface="Calibri" panose="020F0502020204030204" pitchFamily="34" charset="0"/>
              </a:rPr>
              <a:t>a reworded copy of the same question scores 35.1%, while two different topics sharing a sentence template score 75.7%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736000" y="221673"/>
            <a:ext cx="672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Limitations and Fix Plan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30" name="Limitations Table"/>
          <p:cNvGraphicFramePr>
            <a:graphicFrameLocks noGrp="1"/>
          </p:cNvGraphicFramePr>
          <p:nvPr/>
        </p:nvGraphicFramePr>
        <p:xfrm>
          <a:off x="914400" y="1050000"/>
          <a:ext cx="10363200" cy="4620000"/>
        </p:xfrm>
        <a:graphic>
          <a:graphicData uri="http://schemas.openxmlformats.org/drawingml/2006/table">
            <a:tbl>
              <a:tblPr firstRow="1"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Current limitation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Fix before the final review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Console client uses only its 14 built-in questions; the JSON corpus loads only in the web client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Load the four JSON files in the Java client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Console fuzzy search misses typos ("binary serch" returns no results)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Port the web client's sliding-window fuzzy search to Java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Character-level similarity misses reworded duplicates and flags shared sentence templates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Add word-level Jaccard / cosine similarity with stop-word removal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Questions kept in a list, so look-up by ID or subject needs a full scan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HashMap indexes by ID and subject; TreeMap ordered by year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Java KMP and Rabin-Karp report only found / not found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Return every match position, as the JavaScript versions do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Paper generator lists all questions by unit; no target marks or difficulty split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Select questions to meet target marks per unit and difficulty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Repository is a flat folder; README lacks team, guide, abstract and phase status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anose="020F0502020204030204" pitchFamily="34" charset="0"/>
                        </a:rPr>
                        <a:t>Reorganise into /src, /docs, /data, /results, /reports and complete the README</a:t>
                      </a:r>
                    </a:p>
                  </a:txBody>
                  <a:tcPr marT="54864" marB="54864" anchor="ctr">
                    <a:lnL w="9525">
                      <a:solidFill>
                        <a:srgbClr val="D9D9D9"/>
                      </a:solidFill>
                    </a:lnL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Hardware: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Minimum 8 GB RAM, dual-core processor or higher, 500 MB free disk space.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Software: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Java JDK 8 or later for the console client; any modern browser (Chrome, Edge, Firefox) for the web client.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Languages: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Java, HTML5, CSS3 and JavaScript, with no external libraries or build tools.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IDE and Version Control: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VS Code; Git and GitHub for repository management and collaboration.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Operating System: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Windows / Linux / macOS.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At Review-2, the core string-matching modules are implemented in both the Java console client and the web client: KMP, Rabin-Karp and Boyer-Moore-Horspool for exact search, Aho-Corasick for multi-keyword search, and Levenshtein edit distance for fuzzy search and duplicate detection. Randomised testing against a brute-force reference found no mismatches, and Aho-Corasick searched three keywords about 4.4 times faster than repeated KMP. Testing also exposed clear limitations: the console client does not yet load the JSON corpus or tolerate typos, and character-level similarity misses reworded duplicates. These are the focus of the work before the final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" name="Content TextBox"/>
          <p:cNvSpPr txBox="1"/>
          <p:nvPr/>
        </p:nvSpPr>
        <p:spPr>
          <a:xfrm>
            <a:off x="3736109" y="1080000"/>
            <a:ext cx="7955891" cy="5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Word-level similarity (Jaccard / cosine over TF-IDF vectors) alongside Levenshtein, to catch reworded duplicates.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Hash Map and TreeMap indexes for O(1) / O(log n) look-up by ID, subject, difficulty and year.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Balanced paper generation that picks questions to meet target marks per unit and a difficulty split.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A BK-tree over the vocabulary for fast typo suggestions, and a larger prime modulus for Rabin-Karp.</a:t>
            </a:r>
          </a:p>
          <a:p>
            <a:pPr marL="457200" indent="-45720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Server-side storage and authentication (for example Spring Boot with MySQL) so faculty can share one bank securely.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1304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      Data Structures and Algorithms -3 (25CS2103E)   Question Bank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Prem Sai Surisetty</cp:lastModifiedBy>
  <cp:revision>20</cp:revision>
  <dcterms:created xsi:type="dcterms:W3CDTF">2024-08-29T05:25:00Z</dcterms:created>
  <dcterms:modified xsi:type="dcterms:W3CDTF">2026-10-12T05:22:48Z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